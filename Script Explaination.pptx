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78FDD-7BA5-507F-7AA5-6EA2FCD6918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B9EF6DE-405D-B202-6866-1D84DA7751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0A27A8D-1A08-21E2-5FEB-BC52F22F8D74}"/>
              </a:ext>
            </a:extLst>
          </p:cNvPr>
          <p:cNvSpPr>
            <a:spLocks noGrp="1"/>
          </p:cNvSpPr>
          <p:nvPr>
            <p:ph type="dt" sz="half" idx="10"/>
          </p:nvPr>
        </p:nvSpPr>
        <p:spPr/>
        <p:txBody>
          <a:bodyPr/>
          <a:lstStyle/>
          <a:p>
            <a:fld id="{D131060E-FE13-49F0-A254-8B242B787759}" type="datetimeFigureOut">
              <a:rPr lang="en-US" smtClean="0"/>
              <a:t>9/6/2026</a:t>
            </a:fld>
            <a:endParaRPr lang="en-US"/>
          </a:p>
        </p:txBody>
      </p:sp>
      <p:sp>
        <p:nvSpPr>
          <p:cNvPr id="5" name="Footer Placeholder 4">
            <a:extLst>
              <a:ext uri="{FF2B5EF4-FFF2-40B4-BE49-F238E27FC236}">
                <a16:creationId xmlns:a16="http://schemas.microsoft.com/office/drawing/2014/main" id="{439E047D-5AB6-713A-E823-10E01E51C7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6DC500-7142-C54A-6B20-9553CB8DB8A0}"/>
              </a:ext>
            </a:extLst>
          </p:cNvPr>
          <p:cNvSpPr>
            <a:spLocks noGrp="1"/>
          </p:cNvSpPr>
          <p:nvPr>
            <p:ph type="sldNum" sz="quarter" idx="12"/>
          </p:nvPr>
        </p:nvSpPr>
        <p:spPr/>
        <p:txBody>
          <a:bodyPr/>
          <a:lstStyle/>
          <a:p>
            <a:fld id="{1F0B6946-F179-4E85-9166-7B20AB4913A9}" type="slidenum">
              <a:rPr lang="en-US" smtClean="0"/>
              <a:t>‹#›</a:t>
            </a:fld>
            <a:endParaRPr lang="en-US"/>
          </a:p>
        </p:txBody>
      </p:sp>
    </p:spTree>
    <p:extLst>
      <p:ext uri="{BB962C8B-B14F-4D97-AF65-F5344CB8AC3E}">
        <p14:creationId xmlns:p14="http://schemas.microsoft.com/office/powerpoint/2010/main" val="2857284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4C6A1-F41D-57E7-150E-43CC4FD987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4E61C1-64AC-C92A-1CE4-01BA818667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0C4B23-ECB4-8248-0FB8-012FFA24BD9A}"/>
              </a:ext>
            </a:extLst>
          </p:cNvPr>
          <p:cNvSpPr>
            <a:spLocks noGrp="1"/>
          </p:cNvSpPr>
          <p:nvPr>
            <p:ph type="dt" sz="half" idx="10"/>
          </p:nvPr>
        </p:nvSpPr>
        <p:spPr/>
        <p:txBody>
          <a:bodyPr/>
          <a:lstStyle/>
          <a:p>
            <a:fld id="{D131060E-FE13-49F0-A254-8B242B787759}" type="datetimeFigureOut">
              <a:rPr lang="en-US" smtClean="0"/>
              <a:t>9/6/2026</a:t>
            </a:fld>
            <a:endParaRPr lang="en-US"/>
          </a:p>
        </p:txBody>
      </p:sp>
      <p:sp>
        <p:nvSpPr>
          <p:cNvPr id="5" name="Footer Placeholder 4">
            <a:extLst>
              <a:ext uri="{FF2B5EF4-FFF2-40B4-BE49-F238E27FC236}">
                <a16:creationId xmlns:a16="http://schemas.microsoft.com/office/drawing/2014/main" id="{ACB364B1-3253-6CA1-20F5-21DDBCE7D0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4F1A09-EA29-983C-340D-D41143928B73}"/>
              </a:ext>
            </a:extLst>
          </p:cNvPr>
          <p:cNvSpPr>
            <a:spLocks noGrp="1"/>
          </p:cNvSpPr>
          <p:nvPr>
            <p:ph type="sldNum" sz="quarter" idx="12"/>
          </p:nvPr>
        </p:nvSpPr>
        <p:spPr/>
        <p:txBody>
          <a:bodyPr/>
          <a:lstStyle/>
          <a:p>
            <a:fld id="{1F0B6946-F179-4E85-9166-7B20AB4913A9}" type="slidenum">
              <a:rPr lang="en-US" smtClean="0"/>
              <a:t>‹#›</a:t>
            </a:fld>
            <a:endParaRPr lang="en-US"/>
          </a:p>
        </p:txBody>
      </p:sp>
    </p:spTree>
    <p:extLst>
      <p:ext uri="{BB962C8B-B14F-4D97-AF65-F5344CB8AC3E}">
        <p14:creationId xmlns:p14="http://schemas.microsoft.com/office/powerpoint/2010/main" val="3312074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E3742-F62C-93F2-7735-BE26026CA2A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D96CFF5-66FD-BAEB-E138-B3367B1FFA3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47EA30-FEE0-8C7C-7F14-8DC17DFF04BA}"/>
              </a:ext>
            </a:extLst>
          </p:cNvPr>
          <p:cNvSpPr>
            <a:spLocks noGrp="1"/>
          </p:cNvSpPr>
          <p:nvPr>
            <p:ph type="dt" sz="half" idx="10"/>
          </p:nvPr>
        </p:nvSpPr>
        <p:spPr/>
        <p:txBody>
          <a:bodyPr/>
          <a:lstStyle/>
          <a:p>
            <a:fld id="{D131060E-FE13-49F0-A254-8B242B787759}" type="datetimeFigureOut">
              <a:rPr lang="en-US" smtClean="0"/>
              <a:t>9/6/2026</a:t>
            </a:fld>
            <a:endParaRPr lang="en-US"/>
          </a:p>
        </p:txBody>
      </p:sp>
      <p:sp>
        <p:nvSpPr>
          <p:cNvPr id="5" name="Footer Placeholder 4">
            <a:extLst>
              <a:ext uri="{FF2B5EF4-FFF2-40B4-BE49-F238E27FC236}">
                <a16:creationId xmlns:a16="http://schemas.microsoft.com/office/drawing/2014/main" id="{EE5F303B-B9E7-1EC0-1107-3A6B074A9D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42E2AC-B568-FAC6-B5B9-389C1079FDD3}"/>
              </a:ext>
            </a:extLst>
          </p:cNvPr>
          <p:cNvSpPr>
            <a:spLocks noGrp="1"/>
          </p:cNvSpPr>
          <p:nvPr>
            <p:ph type="sldNum" sz="quarter" idx="12"/>
          </p:nvPr>
        </p:nvSpPr>
        <p:spPr/>
        <p:txBody>
          <a:bodyPr/>
          <a:lstStyle/>
          <a:p>
            <a:fld id="{1F0B6946-F179-4E85-9166-7B20AB4913A9}" type="slidenum">
              <a:rPr lang="en-US" smtClean="0"/>
              <a:t>‹#›</a:t>
            </a:fld>
            <a:endParaRPr lang="en-US"/>
          </a:p>
        </p:txBody>
      </p:sp>
    </p:spTree>
    <p:extLst>
      <p:ext uri="{BB962C8B-B14F-4D97-AF65-F5344CB8AC3E}">
        <p14:creationId xmlns:p14="http://schemas.microsoft.com/office/powerpoint/2010/main" val="84955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13726-CCC2-02AC-7F01-21F0D373B8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1B98C5-7F12-4D69-8413-814AE89F835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3C1834D-CEEE-1940-7B54-26FB38887D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D047CE-AE0C-686E-4073-905728C103FC}"/>
              </a:ext>
            </a:extLst>
          </p:cNvPr>
          <p:cNvSpPr>
            <a:spLocks noGrp="1"/>
          </p:cNvSpPr>
          <p:nvPr>
            <p:ph type="dt" sz="half" idx="10"/>
          </p:nvPr>
        </p:nvSpPr>
        <p:spPr/>
        <p:txBody>
          <a:bodyPr/>
          <a:lstStyle/>
          <a:p>
            <a:fld id="{D131060E-FE13-49F0-A254-8B242B787759}" type="datetimeFigureOut">
              <a:rPr lang="en-US" smtClean="0"/>
              <a:t>9/6/2026</a:t>
            </a:fld>
            <a:endParaRPr lang="en-US"/>
          </a:p>
        </p:txBody>
      </p:sp>
      <p:sp>
        <p:nvSpPr>
          <p:cNvPr id="6" name="Footer Placeholder 5">
            <a:extLst>
              <a:ext uri="{FF2B5EF4-FFF2-40B4-BE49-F238E27FC236}">
                <a16:creationId xmlns:a16="http://schemas.microsoft.com/office/drawing/2014/main" id="{1BFDA2E2-0337-4465-9988-5D3FA47B47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5F7045-15F6-E193-23C4-EEBCC7DEB64C}"/>
              </a:ext>
            </a:extLst>
          </p:cNvPr>
          <p:cNvSpPr>
            <a:spLocks noGrp="1"/>
          </p:cNvSpPr>
          <p:nvPr>
            <p:ph type="sldNum" sz="quarter" idx="12"/>
          </p:nvPr>
        </p:nvSpPr>
        <p:spPr/>
        <p:txBody>
          <a:bodyPr/>
          <a:lstStyle/>
          <a:p>
            <a:fld id="{1F0B6946-F179-4E85-9166-7B20AB4913A9}" type="slidenum">
              <a:rPr lang="en-US" smtClean="0"/>
              <a:t>‹#›</a:t>
            </a:fld>
            <a:endParaRPr lang="en-US"/>
          </a:p>
        </p:txBody>
      </p:sp>
    </p:spTree>
    <p:extLst>
      <p:ext uri="{BB962C8B-B14F-4D97-AF65-F5344CB8AC3E}">
        <p14:creationId xmlns:p14="http://schemas.microsoft.com/office/powerpoint/2010/main" val="977121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A9A7A-991C-CFD4-448A-0DB4F634368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4A67B23-BD30-54BF-9D7C-1907DA8884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817059-0380-E438-4230-A355F13355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A2C4259-A480-B9B4-B971-46F4AF3D65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335797-CBE4-1B4E-7CF5-D98117849C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3DA80B-AEF0-8315-4879-A8FEA57C814A}"/>
              </a:ext>
            </a:extLst>
          </p:cNvPr>
          <p:cNvSpPr>
            <a:spLocks noGrp="1"/>
          </p:cNvSpPr>
          <p:nvPr>
            <p:ph type="dt" sz="half" idx="10"/>
          </p:nvPr>
        </p:nvSpPr>
        <p:spPr/>
        <p:txBody>
          <a:bodyPr/>
          <a:lstStyle/>
          <a:p>
            <a:fld id="{D131060E-FE13-49F0-A254-8B242B787759}" type="datetimeFigureOut">
              <a:rPr lang="en-US" smtClean="0"/>
              <a:t>9/6/2026</a:t>
            </a:fld>
            <a:endParaRPr lang="en-US"/>
          </a:p>
        </p:txBody>
      </p:sp>
      <p:sp>
        <p:nvSpPr>
          <p:cNvPr id="8" name="Footer Placeholder 7">
            <a:extLst>
              <a:ext uri="{FF2B5EF4-FFF2-40B4-BE49-F238E27FC236}">
                <a16:creationId xmlns:a16="http://schemas.microsoft.com/office/drawing/2014/main" id="{A0DDF221-9227-BC90-5462-3303ED4EFD0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72C081C-5A6D-ADAF-3B38-552C2EB7E631}"/>
              </a:ext>
            </a:extLst>
          </p:cNvPr>
          <p:cNvSpPr>
            <a:spLocks noGrp="1"/>
          </p:cNvSpPr>
          <p:nvPr>
            <p:ph type="sldNum" sz="quarter" idx="12"/>
          </p:nvPr>
        </p:nvSpPr>
        <p:spPr/>
        <p:txBody>
          <a:bodyPr/>
          <a:lstStyle/>
          <a:p>
            <a:fld id="{1F0B6946-F179-4E85-9166-7B20AB4913A9}" type="slidenum">
              <a:rPr lang="en-US" smtClean="0"/>
              <a:t>‹#›</a:t>
            </a:fld>
            <a:endParaRPr lang="en-US"/>
          </a:p>
        </p:txBody>
      </p:sp>
    </p:spTree>
    <p:extLst>
      <p:ext uri="{BB962C8B-B14F-4D97-AF65-F5344CB8AC3E}">
        <p14:creationId xmlns:p14="http://schemas.microsoft.com/office/powerpoint/2010/main" val="1772928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80157-A92C-B652-FDA8-D84EFC2BF19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4AA116-0A66-4CB1-D271-D8C55E4FF03B}"/>
              </a:ext>
            </a:extLst>
          </p:cNvPr>
          <p:cNvSpPr>
            <a:spLocks noGrp="1"/>
          </p:cNvSpPr>
          <p:nvPr>
            <p:ph type="dt" sz="half" idx="10"/>
          </p:nvPr>
        </p:nvSpPr>
        <p:spPr/>
        <p:txBody>
          <a:bodyPr/>
          <a:lstStyle/>
          <a:p>
            <a:fld id="{D131060E-FE13-49F0-A254-8B242B787759}" type="datetimeFigureOut">
              <a:rPr lang="en-US" smtClean="0"/>
              <a:t>9/6/2026</a:t>
            </a:fld>
            <a:endParaRPr lang="en-US"/>
          </a:p>
        </p:txBody>
      </p:sp>
      <p:sp>
        <p:nvSpPr>
          <p:cNvPr id="4" name="Footer Placeholder 3">
            <a:extLst>
              <a:ext uri="{FF2B5EF4-FFF2-40B4-BE49-F238E27FC236}">
                <a16:creationId xmlns:a16="http://schemas.microsoft.com/office/drawing/2014/main" id="{5DE1805A-744F-7799-D24E-E255EF4259F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8FE76A-76C7-03D0-349A-F9A7DA577F63}"/>
              </a:ext>
            </a:extLst>
          </p:cNvPr>
          <p:cNvSpPr>
            <a:spLocks noGrp="1"/>
          </p:cNvSpPr>
          <p:nvPr>
            <p:ph type="sldNum" sz="quarter" idx="12"/>
          </p:nvPr>
        </p:nvSpPr>
        <p:spPr/>
        <p:txBody>
          <a:bodyPr/>
          <a:lstStyle/>
          <a:p>
            <a:fld id="{1F0B6946-F179-4E85-9166-7B20AB4913A9}" type="slidenum">
              <a:rPr lang="en-US" smtClean="0"/>
              <a:t>‹#›</a:t>
            </a:fld>
            <a:endParaRPr lang="en-US"/>
          </a:p>
        </p:txBody>
      </p:sp>
    </p:spTree>
    <p:extLst>
      <p:ext uri="{BB962C8B-B14F-4D97-AF65-F5344CB8AC3E}">
        <p14:creationId xmlns:p14="http://schemas.microsoft.com/office/powerpoint/2010/main" val="9547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10E7CE-4B5F-C1EF-464C-6C6F612D7C0E}"/>
              </a:ext>
            </a:extLst>
          </p:cNvPr>
          <p:cNvSpPr>
            <a:spLocks noGrp="1"/>
          </p:cNvSpPr>
          <p:nvPr>
            <p:ph type="dt" sz="half" idx="10"/>
          </p:nvPr>
        </p:nvSpPr>
        <p:spPr/>
        <p:txBody>
          <a:bodyPr/>
          <a:lstStyle/>
          <a:p>
            <a:fld id="{D131060E-FE13-49F0-A254-8B242B787759}" type="datetimeFigureOut">
              <a:rPr lang="en-US" smtClean="0"/>
              <a:t>9/6/2026</a:t>
            </a:fld>
            <a:endParaRPr lang="en-US"/>
          </a:p>
        </p:txBody>
      </p:sp>
      <p:sp>
        <p:nvSpPr>
          <p:cNvPr id="3" name="Footer Placeholder 2">
            <a:extLst>
              <a:ext uri="{FF2B5EF4-FFF2-40B4-BE49-F238E27FC236}">
                <a16:creationId xmlns:a16="http://schemas.microsoft.com/office/drawing/2014/main" id="{CF4DC673-D812-04D3-B51C-575F1C232C7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D4E5F5A-0944-47EE-B4D5-4755808EA760}"/>
              </a:ext>
            </a:extLst>
          </p:cNvPr>
          <p:cNvSpPr>
            <a:spLocks noGrp="1"/>
          </p:cNvSpPr>
          <p:nvPr>
            <p:ph type="sldNum" sz="quarter" idx="12"/>
          </p:nvPr>
        </p:nvSpPr>
        <p:spPr/>
        <p:txBody>
          <a:bodyPr/>
          <a:lstStyle/>
          <a:p>
            <a:fld id="{1F0B6946-F179-4E85-9166-7B20AB4913A9}" type="slidenum">
              <a:rPr lang="en-US" smtClean="0"/>
              <a:t>‹#›</a:t>
            </a:fld>
            <a:endParaRPr lang="en-US"/>
          </a:p>
        </p:txBody>
      </p:sp>
    </p:spTree>
    <p:extLst>
      <p:ext uri="{BB962C8B-B14F-4D97-AF65-F5344CB8AC3E}">
        <p14:creationId xmlns:p14="http://schemas.microsoft.com/office/powerpoint/2010/main" val="4016305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E5D0C-F540-0628-C5C6-9747707718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726B18B-8835-4BC6-2914-AB42E7C69F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9D90653-B787-6F0E-2E67-4350BFF017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51795B-009F-3298-4499-D3C95EEEEA11}"/>
              </a:ext>
            </a:extLst>
          </p:cNvPr>
          <p:cNvSpPr>
            <a:spLocks noGrp="1"/>
          </p:cNvSpPr>
          <p:nvPr>
            <p:ph type="dt" sz="half" idx="10"/>
          </p:nvPr>
        </p:nvSpPr>
        <p:spPr/>
        <p:txBody>
          <a:bodyPr/>
          <a:lstStyle/>
          <a:p>
            <a:fld id="{D131060E-FE13-49F0-A254-8B242B787759}" type="datetimeFigureOut">
              <a:rPr lang="en-US" smtClean="0"/>
              <a:t>9/6/2026</a:t>
            </a:fld>
            <a:endParaRPr lang="en-US"/>
          </a:p>
        </p:txBody>
      </p:sp>
      <p:sp>
        <p:nvSpPr>
          <p:cNvPr id="6" name="Footer Placeholder 5">
            <a:extLst>
              <a:ext uri="{FF2B5EF4-FFF2-40B4-BE49-F238E27FC236}">
                <a16:creationId xmlns:a16="http://schemas.microsoft.com/office/drawing/2014/main" id="{F776B8EC-3A55-6993-B199-D6BA4F4AB8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840EA6-6129-1AC9-070A-EB3E4AC24E3B}"/>
              </a:ext>
            </a:extLst>
          </p:cNvPr>
          <p:cNvSpPr>
            <a:spLocks noGrp="1"/>
          </p:cNvSpPr>
          <p:nvPr>
            <p:ph type="sldNum" sz="quarter" idx="12"/>
          </p:nvPr>
        </p:nvSpPr>
        <p:spPr/>
        <p:txBody>
          <a:bodyPr/>
          <a:lstStyle/>
          <a:p>
            <a:fld id="{1F0B6946-F179-4E85-9166-7B20AB4913A9}" type="slidenum">
              <a:rPr lang="en-US" smtClean="0"/>
              <a:t>‹#›</a:t>
            </a:fld>
            <a:endParaRPr lang="en-US"/>
          </a:p>
        </p:txBody>
      </p:sp>
    </p:spTree>
    <p:extLst>
      <p:ext uri="{BB962C8B-B14F-4D97-AF65-F5344CB8AC3E}">
        <p14:creationId xmlns:p14="http://schemas.microsoft.com/office/powerpoint/2010/main" val="29527632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DB822-C801-C07B-7243-28F0D13A54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E0DFDCC-9FEA-FC02-AACB-4C41C830D8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CA5EF08-8B04-772E-3116-53A139796F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2181C2-FDF8-5369-8142-18A6C518F406}"/>
              </a:ext>
            </a:extLst>
          </p:cNvPr>
          <p:cNvSpPr>
            <a:spLocks noGrp="1"/>
          </p:cNvSpPr>
          <p:nvPr>
            <p:ph type="dt" sz="half" idx="10"/>
          </p:nvPr>
        </p:nvSpPr>
        <p:spPr/>
        <p:txBody>
          <a:bodyPr/>
          <a:lstStyle/>
          <a:p>
            <a:fld id="{D131060E-FE13-49F0-A254-8B242B787759}" type="datetimeFigureOut">
              <a:rPr lang="en-US" smtClean="0"/>
              <a:t>9/6/2026</a:t>
            </a:fld>
            <a:endParaRPr lang="en-US"/>
          </a:p>
        </p:txBody>
      </p:sp>
      <p:sp>
        <p:nvSpPr>
          <p:cNvPr id="6" name="Footer Placeholder 5">
            <a:extLst>
              <a:ext uri="{FF2B5EF4-FFF2-40B4-BE49-F238E27FC236}">
                <a16:creationId xmlns:a16="http://schemas.microsoft.com/office/drawing/2014/main" id="{F90FE0B2-33AF-EF9B-1625-9813728AF4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EDCEB7-6A47-B2A9-1215-E192214F1BF0}"/>
              </a:ext>
            </a:extLst>
          </p:cNvPr>
          <p:cNvSpPr>
            <a:spLocks noGrp="1"/>
          </p:cNvSpPr>
          <p:nvPr>
            <p:ph type="sldNum" sz="quarter" idx="12"/>
          </p:nvPr>
        </p:nvSpPr>
        <p:spPr/>
        <p:txBody>
          <a:bodyPr/>
          <a:lstStyle/>
          <a:p>
            <a:fld id="{1F0B6946-F179-4E85-9166-7B20AB4913A9}" type="slidenum">
              <a:rPr lang="en-US" smtClean="0"/>
              <a:t>‹#›</a:t>
            </a:fld>
            <a:endParaRPr lang="en-US"/>
          </a:p>
        </p:txBody>
      </p:sp>
    </p:spTree>
    <p:extLst>
      <p:ext uri="{BB962C8B-B14F-4D97-AF65-F5344CB8AC3E}">
        <p14:creationId xmlns:p14="http://schemas.microsoft.com/office/powerpoint/2010/main" val="414648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019FD-F873-C97E-CA4C-F30BB201EEE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17D3CC9-7F3C-DDC3-47EC-AA30284A68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52AC97-2A77-AC20-6450-9DEF08CC45B3}"/>
              </a:ext>
            </a:extLst>
          </p:cNvPr>
          <p:cNvSpPr>
            <a:spLocks noGrp="1"/>
          </p:cNvSpPr>
          <p:nvPr>
            <p:ph type="dt" sz="half" idx="10"/>
          </p:nvPr>
        </p:nvSpPr>
        <p:spPr/>
        <p:txBody>
          <a:bodyPr/>
          <a:lstStyle/>
          <a:p>
            <a:fld id="{D131060E-FE13-49F0-A254-8B242B787759}" type="datetimeFigureOut">
              <a:rPr lang="en-US" smtClean="0"/>
              <a:t>9/6/2026</a:t>
            </a:fld>
            <a:endParaRPr lang="en-US"/>
          </a:p>
        </p:txBody>
      </p:sp>
      <p:sp>
        <p:nvSpPr>
          <p:cNvPr id="5" name="Footer Placeholder 4">
            <a:extLst>
              <a:ext uri="{FF2B5EF4-FFF2-40B4-BE49-F238E27FC236}">
                <a16:creationId xmlns:a16="http://schemas.microsoft.com/office/drawing/2014/main" id="{9D7AE9C6-EA6D-611E-F173-CB0D46944B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5CFF54-86F0-DC3F-0CC1-D4D97483D4B8}"/>
              </a:ext>
            </a:extLst>
          </p:cNvPr>
          <p:cNvSpPr>
            <a:spLocks noGrp="1"/>
          </p:cNvSpPr>
          <p:nvPr>
            <p:ph type="sldNum" sz="quarter" idx="12"/>
          </p:nvPr>
        </p:nvSpPr>
        <p:spPr/>
        <p:txBody>
          <a:bodyPr/>
          <a:lstStyle/>
          <a:p>
            <a:fld id="{1F0B6946-F179-4E85-9166-7B20AB4913A9}" type="slidenum">
              <a:rPr lang="en-US" smtClean="0"/>
              <a:t>‹#›</a:t>
            </a:fld>
            <a:endParaRPr lang="en-US"/>
          </a:p>
        </p:txBody>
      </p:sp>
    </p:spTree>
    <p:extLst>
      <p:ext uri="{BB962C8B-B14F-4D97-AF65-F5344CB8AC3E}">
        <p14:creationId xmlns:p14="http://schemas.microsoft.com/office/powerpoint/2010/main" val="20988682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5C6B09-769D-5718-9281-2BB72BFF2AB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E59C01-04CF-E79E-6B9B-E4B4372A25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AEF775-222E-A743-2719-B6CDFAA428F9}"/>
              </a:ext>
            </a:extLst>
          </p:cNvPr>
          <p:cNvSpPr>
            <a:spLocks noGrp="1"/>
          </p:cNvSpPr>
          <p:nvPr>
            <p:ph type="dt" sz="half" idx="10"/>
          </p:nvPr>
        </p:nvSpPr>
        <p:spPr/>
        <p:txBody>
          <a:bodyPr/>
          <a:lstStyle/>
          <a:p>
            <a:fld id="{D131060E-FE13-49F0-A254-8B242B787759}" type="datetimeFigureOut">
              <a:rPr lang="en-US" smtClean="0"/>
              <a:t>9/6/2026</a:t>
            </a:fld>
            <a:endParaRPr lang="en-US"/>
          </a:p>
        </p:txBody>
      </p:sp>
      <p:sp>
        <p:nvSpPr>
          <p:cNvPr id="5" name="Footer Placeholder 4">
            <a:extLst>
              <a:ext uri="{FF2B5EF4-FFF2-40B4-BE49-F238E27FC236}">
                <a16:creationId xmlns:a16="http://schemas.microsoft.com/office/drawing/2014/main" id="{64966FA0-924A-FCF3-84C3-F73C7FB8DC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DD4CDE-63D8-DF7A-0441-20E532905B18}"/>
              </a:ext>
            </a:extLst>
          </p:cNvPr>
          <p:cNvSpPr>
            <a:spLocks noGrp="1"/>
          </p:cNvSpPr>
          <p:nvPr>
            <p:ph type="sldNum" sz="quarter" idx="12"/>
          </p:nvPr>
        </p:nvSpPr>
        <p:spPr/>
        <p:txBody>
          <a:bodyPr/>
          <a:lstStyle/>
          <a:p>
            <a:fld id="{1F0B6946-F179-4E85-9166-7B20AB4913A9}" type="slidenum">
              <a:rPr lang="en-US" smtClean="0"/>
              <a:t>‹#›</a:t>
            </a:fld>
            <a:endParaRPr lang="en-US"/>
          </a:p>
        </p:txBody>
      </p:sp>
    </p:spTree>
    <p:extLst>
      <p:ext uri="{BB962C8B-B14F-4D97-AF65-F5344CB8AC3E}">
        <p14:creationId xmlns:p14="http://schemas.microsoft.com/office/powerpoint/2010/main" val="38251620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D5B6EE-81AA-DEC2-1C0B-6BFC0E1D1A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15EF209-8106-FF7D-8C9C-8E8C903E1E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1B48D4-862F-A223-85A7-618792576D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131060E-FE13-49F0-A254-8B242B787759}" type="datetimeFigureOut">
              <a:rPr lang="en-US" smtClean="0"/>
              <a:t>9/6/2026</a:t>
            </a:fld>
            <a:endParaRPr lang="en-US"/>
          </a:p>
        </p:txBody>
      </p:sp>
      <p:sp>
        <p:nvSpPr>
          <p:cNvPr id="5" name="Footer Placeholder 4">
            <a:extLst>
              <a:ext uri="{FF2B5EF4-FFF2-40B4-BE49-F238E27FC236}">
                <a16:creationId xmlns:a16="http://schemas.microsoft.com/office/drawing/2014/main" id="{96A43011-2885-50EE-D150-0EB4FE5537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3402AB1-85D1-466C-7460-319DC7641E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F0B6946-F179-4E85-9166-7B20AB4913A9}" type="slidenum">
              <a:rPr lang="en-US" smtClean="0"/>
              <a:t>‹#›</a:t>
            </a:fld>
            <a:endParaRPr lang="en-US"/>
          </a:p>
        </p:txBody>
      </p:sp>
    </p:spTree>
    <p:extLst>
      <p:ext uri="{BB962C8B-B14F-4D97-AF65-F5344CB8AC3E}">
        <p14:creationId xmlns:p14="http://schemas.microsoft.com/office/powerpoint/2010/main" val="33215227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B8FBB-34D7-FADC-1A96-6322E051A132}"/>
              </a:ext>
            </a:extLst>
          </p:cNvPr>
          <p:cNvSpPr>
            <a:spLocks noGrp="1"/>
          </p:cNvSpPr>
          <p:nvPr>
            <p:ph type="ctrTitle"/>
          </p:nvPr>
        </p:nvSpPr>
        <p:spPr/>
        <p:txBody>
          <a:bodyPr/>
          <a:lstStyle/>
          <a:p>
            <a:r>
              <a:rPr lang="en-US" dirty="0"/>
              <a:t>Script Code Explanation</a:t>
            </a:r>
          </a:p>
        </p:txBody>
      </p:sp>
    </p:spTree>
    <p:extLst>
      <p:ext uri="{BB962C8B-B14F-4D97-AF65-F5344CB8AC3E}">
        <p14:creationId xmlns:p14="http://schemas.microsoft.com/office/powerpoint/2010/main" val="30005432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E8CFB-8073-AE05-B89A-873804444C3A}"/>
              </a:ext>
            </a:extLst>
          </p:cNvPr>
          <p:cNvSpPr>
            <a:spLocks noGrp="1"/>
          </p:cNvSpPr>
          <p:nvPr>
            <p:ph type="title"/>
          </p:nvPr>
        </p:nvSpPr>
        <p:spPr/>
        <p:txBody>
          <a:bodyPr/>
          <a:lstStyle/>
          <a:p>
            <a:r>
              <a:rPr lang="en-US" dirty="0"/>
              <a:t>01_convert_annotations.py</a:t>
            </a:r>
            <a:br>
              <a:rPr lang="en-US" dirty="0"/>
            </a:br>
            <a:endParaRPr lang="en-US" dirty="0"/>
          </a:p>
        </p:txBody>
      </p:sp>
      <p:sp>
        <p:nvSpPr>
          <p:cNvPr id="3" name="Content Placeholder 2">
            <a:extLst>
              <a:ext uri="{FF2B5EF4-FFF2-40B4-BE49-F238E27FC236}">
                <a16:creationId xmlns:a16="http://schemas.microsoft.com/office/drawing/2014/main" id="{D66D3531-EBB4-CD88-9DC5-15ADFBB68903}"/>
              </a:ext>
            </a:extLst>
          </p:cNvPr>
          <p:cNvSpPr>
            <a:spLocks noGrp="1"/>
          </p:cNvSpPr>
          <p:nvPr>
            <p:ph idx="1"/>
          </p:nvPr>
        </p:nvSpPr>
        <p:spPr/>
        <p:txBody>
          <a:bodyPr/>
          <a:lstStyle/>
          <a:p>
            <a:r>
              <a:rPr lang="en-US" dirty="0"/>
              <a:t>This file converts the human annotator’s Word document into a structured CSV file. It opens the .docx file like a ZIP archive, reads its internal XML, and finds the table beginning with “Start Time.” For every annotation row, it extracts the event’s start time, end time, type, involved objects, severity, near-miss status, and notes. Timestamps such as 3.09 are converted into seconds, so 3.09 becomes 189 seconds. A severity value means the event is treated as a collision. Finally, the events are sorted by time and saved as data/ground_truth.csv for later scripts.</a:t>
            </a:r>
          </a:p>
          <a:p>
            <a:endParaRPr lang="en-US" dirty="0"/>
          </a:p>
        </p:txBody>
      </p:sp>
    </p:spTree>
    <p:extLst>
      <p:ext uri="{BB962C8B-B14F-4D97-AF65-F5344CB8AC3E}">
        <p14:creationId xmlns:p14="http://schemas.microsoft.com/office/powerpoint/2010/main" val="364431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ACD2C-DD30-6AD1-8B22-B73148EA5360}"/>
              </a:ext>
            </a:extLst>
          </p:cNvPr>
          <p:cNvSpPr>
            <a:spLocks noGrp="1"/>
          </p:cNvSpPr>
          <p:nvPr>
            <p:ph type="title"/>
          </p:nvPr>
        </p:nvSpPr>
        <p:spPr/>
        <p:txBody>
          <a:bodyPr/>
          <a:lstStyle/>
          <a:p>
            <a:r>
              <a:rPr lang="en-US" dirty="0"/>
              <a:t>2. 02_extract_features.py</a:t>
            </a:r>
            <a:br>
              <a:rPr lang="en-US" dirty="0"/>
            </a:br>
            <a:endParaRPr lang="en-US" dirty="0"/>
          </a:p>
        </p:txBody>
      </p:sp>
      <p:sp>
        <p:nvSpPr>
          <p:cNvPr id="3" name="Content Placeholder 2">
            <a:extLst>
              <a:ext uri="{FF2B5EF4-FFF2-40B4-BE49-F238E27FC236}">
                <a16:creationId xmlns:a16="http://schemas.microsoft.com/office/drawing/2014/main" id="{BD74B9F5-8EDF-688E-A41F-68CFF36CEF3B}"/>
              </a:ext>
            </a:extLst>
          </p:cNvPr>
          <p:cNvSpPr>
            <a:spLocks noGrp="1"/>
          </p:cNvSpPr>
          <p:nvPr>
            <p:ph idx="1"/>
          </p:nvPr>
        </p:nvSpPr>
        <p:spPr/>
        <p:txBody>
          <a:bodyPr/>
          <a:lstStyle/>
          <a:p>
            <a:r>
              <a:rPr lang="en-US" dirty="0"/>
              <a:t>This is a very important file. It takes your video.mp4 and YOLO segmentation model and checks the video frame by frame. YOLO tries to find three things: </a:t>
            </a:r>
            <a:r>
              <a:rPr lang="en-US" b="1" dirty="0"/>
              <a:t>TIPL, TIPR, and </a:t>
            </a:r>
            <a:r>
              <a:rPr lang="en-US" b="1" dirty="0" err="1"/>
              <a:t>TIPandCircle</a:t>
            </a:r>
            <a:r>
              <a:rPr lang="en-US" dirty="0"/>
              <a:t>. From these detections, the code calculates useful information such as the </a:t>
            </a:r>
            <a:r>
              <a:rPr lang="en-US" b="1" dirty="0"/>
              <a:t>position (</a:t>
            </a:r>
            <a:r>
              <a:rPr lang="en-US" b="1" dirty="0" err="1"/>
              <a:t>x,y</a:t>
            </a:r>
            <a:r>
              <a:rPr lang="en-US" b="1" dirty="0"/>
              <a:t>), width, height, confidence, area, distance between the two tips, </a:t>
            </a:r>
            <a:r>
              <a:rPr lang="en-US" b="1" dirty="0" err="1"/>
              <a:t>IoU</a:t>
            </a:r>
            <a:r>
              <a:rPr lang="en-US" b="1" dirty="0"/>
              <a:t>/overlap, and movement speed</a:t>
            </a:r>
            <a:r>
              <a:rPr lang="en-US" dirty="0"/>
              <a:t>. It also uses a simple tracker when one tip temporarily disappears because the two tips may overlap during a collision. Then it compares each video's timestamp with ground_truth.csv and gives each frame a label: </a:t>
            </a:r>
            <a:r>
              <a:rPr lang="en-US" b="1" dirty="0"/>
              <a:t>0 = no collision, 1 = collision</a:t>
            </a:r>
            <a:r>
              <a:rPr lang="en-US" dirty="0"/>
              <a:t>. Finally, everything is saved into features_and_labels.csv. </a:t>
            </a:r>
          </a:p>
        </p:txBody>
      </p:sp>
    </p:spTree>
    <p:extLst>
      <p:ext uri="{BB962C8B-B14F-4D97-AF65-F5344CB8AC3E}">
        <p14:creationId xmlns:p14="http://schemas.microsoft.com/office/powerpoint/2010/main" val="2748941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347F7-166A-F55B-9009-EB12583E4537}"/>
              </a:ext>
            </a:extLst>
          </p:cNvPr>
          <p:cNvSpPr>
            <a:spLocks noGrp="1"/>
          </p:cNvSpPr>
          <p:nvPr>
            <p:ph type="title"/>
          </p:nvPr>
        </p:nvSpPr>
        <p:spPr/>
        <p:txBody>
          <a:bodyPr/>
          <a:lstStyle/>
          <a:p>
            <a:r>
              <a:rPr lang="en-US" dirty="0"/>
              <a:t>3. 03_train_classifier.py</a:t>
            </a:r>
            <a:br>
              <a:rPr lang="en-US" dirty="0"/>
            </a:br>
            <a:endParaRPr lang="en-US" dirty="0"/>
          </a:p>
        </p:txBody>
      </p:sp>
      <p:sp>
        <p:nvSpPr>
          <p:cNvPr id="3" name="Content Placeholder 2">
            <a:extLst>
              <a:ext uri="{FF2B5EF4-FFF2-40B4-BE49-F238E27FC236}">
                <a16:creationId xmlns:a16="http://schemas.microsoft.com/office/drawing/2014/main" id="{6229BFBB-8515-DD69-FB7C-5A79729F34AA}"/>
              </a:ext>
            </a:extLst>
          </p:cNvPr>
          <p:cNvSpPr>
            <a:spLocks noGrp="1"/>
          </p:cNvSpPr>
          <p:nvPr>
            <p:ph idx="1"/>
          </p:nvPr>
        </p:nvSpPr>
        <p:spPr/>
        <p:txBody>
          <a:bodyPr/>
          <a:lstStyle/>
          <a:p>
            <a:r>
              <a:rPr lang="en-US" dirty="0"/>
              <a:t>This file takes features_and_labels.csv and trains an </a:t>
            </a:r>
            <a:r>
              <a:rPr lang="en-US" b="1" dirty="0" err="1"/>
              <a:t>XGBoost</a:t>
            </a:r>
            <a:r>
              <a:rPr lang="en-US" b="1" dirty="0"/>
              <a:t> classifier</a:t>
            </a:r>
            <a:r>
              <a:rPr lang="en-US" dirty="0"/>
              <a:t>. The model learns the relationship between things like </a:t>
            </a:r>
            <a:r>
              <a:rPr lang="en-US" b="1" dirty="0"/>
              <a:t>tip distance, movement speed, overlap, mask area, etc.</a:t>
            </a:r>
            <a:r>
              <a:rPr lang="en-US" dirty="0"/>
              <a:t> and the collision label. Instead of using just one train/test split, your code uses </a:t>
            </a:r>
            <a:r>
              <a:rPr lang="en-US" b="1" dirty="0" err="1"/>
              <a:t>StratifiedGroupKFold</a:t>
            </a:r>
            <a:r>
              <a:rPr lang="en-US" dirty="0"/>
              <a:t>, which divides nearby frames into groups so that frames from the same short event don't get incorrectly separated between training and testing. It then generates probabilities such as 0.20, 0.60, or 0.90, where a higher probability means the model thinks collision is more likely. The code also selects a decision threshold and finally trains a model using all available data</a:t>
            </a:r>
          </a:p>
        </p:txBody>
      </p:sp>
    </p:spTree>
    <p:extLst>
      <p:ext uri="{BB962C8B-B14F-4D97-AF65-F5344CB8AC3E}">
        <p14:creationId xmlns:p14="http://schemas.microsoft.com/office/powerpoint/2010/main" val="353699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4FA23-C2C9-9771-5447-C199DD446C40}"/>
              </a:ext>
            </a:extLst>
          </p:cNvPr>
          <p:cNvSpPr>
            <a:spLocks noGrp="1"/>
          </p:cNvSpPr>
          <p:nvPr>
            <p:ph type="title"/>
          </p:nvPr>
        </p:nvSpPr>
        <p:spPr/>
        <p:txBody>
          <a:bodyPr/>
          <a:lstStyle/>
          <a:p>
            <a:r>
              <a:rPr lang="en-US" dirty="0"/>
              <a:t>4. 04_evaluate.py</a:t>
            </a:r>
            <a:br>
              <a:rPr lang="en-US" dirty="0"/>
            </a:br>
            <a:endParaRPr lang="en-US" dirty="0"/>
          </a:p>
        </p:txBody>
      </p:sp>
      <p:sp>
        <p:nvSpPr>
          <p:cNvPr id="3" name="Content Placeholder 2">
            <a:extLst>
              <a:ext uri="{FF2B5EF4-FFF2-40B4-BE49-F238E27FC236}">
                <a16:creationId xmlns:a16="http://schemas.microsoft.com/office/drawing/2014/main" id="{A997F709-87E2-5442-ECD7-7ED42BE72DD7}"/>
              </a:ext>
            </a:extLst>
          </p:cNvPr>
          <p:cNvSpPr>
            <a:spLocks noGrp="1"/>
          </p:cNvSpPr>
          <p:nvPr>
            <p:ph idx="1"/>
          </p:nvPr>
        </p:nvSpPr>
        <p:spPr/>
        <p:txBody>
          <a:bodyPr>
            <a:normAutofit/>
          </a:bodyPr>
          <a:lstStyle/>
          <a:p>
            <a:r>
              <a:rPr lang="en-US" dirty="0"/>
              <a:t>After training, this file evaluates the predictions produced by the classifier. It calculates important metrics such as </a:t>
            </a:r>
            <a:r>
              <a:rPr lang="en-US" b="1" dirty="0"/>
              <a:t>Accuracy, Precision, Recall, F1-score, ROC-AUC, and Average Precision</a:t>
            </a:r>
            <a:r>
              <a:rPr lang="en-US" dirty="0"/>
              <a:t>. It also creates a </a:t>
            </a:r>
            <a:r>
              <a:rPr lang="en-US" b="1" dirty="0"/>
              <a:t>confusion matrix</a:t>
            </a:r>
            <a:r>
              <a:rPr lang="en-US" dirty="0"/>
              <a:t>, which tells you how many frames were correctly classified and how many were wrong. The code generates visual charts including the confusion matrix, ROC curve, Precision-Recall curve, and feature-importance chart. These results help you understand whether your collision detector is performing well or producing too many false alarms</a:t>
            </a:r>
          </a:p>
        </p:txBody>
      </p:sp>
    </p:spTree>
    <p:extLst>
      <p:ext uri="{BB962C8B-B14F-4D97-AF65-F5344CB8AC3E}">
        <p14:creationId xmlns:p14="http://schemas.microsoft.com/office/powerpoint/2010/main" val="2272292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DB565-7E64-564A-DA7E-C7F569AF37DA}"/>
              </a:ext>
            </a:extLst>
          </p:cNvPr>
          <p:cNvSpPr>
            <a:spLocks noGrp="1"/>
          </p:cNvSpPr>
          <p:nvPr>
            <p:ph type="title"/>
          </p:nvPr>
        </p:nvSpPr>
        <p:spPr/>
        <p:txBody>
          <a:bodyPr/>
          <a:lstStyle/>
          <a:p>
            <a:r>
              <a:rPr lang="en-US" dirty="0"/>
              <a:t>5. 05_visualize_detections.py</a:t>
            </a:r>
            <a:br>
              <a:rPr lang="en-US" dirty="0"/>
            </a:br>
            <a:endParaRPr lang="en-US" dirty="0"/>
          </a:p>
        </p:txBody>
      </p:sp>
      <p:sp>
        <p:nvSpPr>
          <p:cNvPr id="3" name="Content Placeholder 2">
            <a:extLst>
              <a:ext uri="{FF2B5EF4-FFF2-40B4-BE49-F238E27FC236}">
                <a16:creationId xmlns:a16="http://schemas.microsoft.com/office/drawing/2014/main" id="{8F162568-6D88-C6CD-0DF8-D51F01B86608}"/>
              </a:ext>
            </a:extLst>
          </p:cNvPr>
          <p:cNvSpPr>
            <a:spLocks noGrp="1"/>
          </p:cNvSpPr>
          <p:nvPr>
            <p:ph idx="1"/>
          </p:nvPr>
        </p:nvSpPr>
        <p:spPr/>
        <p:txBody>
          <a:bodyPr/>
          <a:lstStyle/>
          <a:p>
            <a:r>
              <a:rPr lang="en-US" dirty="0"/>
              <a:t>This file is mainly for </a:t>
            </a:r>
            <a:r>
              <a:rPr lang="en-US" b="1" dirty="0"/>
              <a:t>visual checking</a:t>
            </a:r>
            <a:r>
              <a:rPr lang="en-US" dirty="0"/>
              <a:t>. It opens your video and runs the YOLO model on sampled frames. Then it draws bounding boxes and labels around the detected objects, such as TIPL, TIPR, and </a:t>
            </a:r>
            <a:r>
              <a:rPr lang="en-US" dirty="0" err="1"/>
              <a:t>TIPandCircle</a:t>
            </a:r>
            <a:r>
              <a:rPr lang="en-US" dirty="0"/>
              <a:t>. You can actually watch what YOLO thinks it is detecting. This is useful because sometimes the model may incorrectly detect something or lose a tip during a collision. You can pause/resume the video with </a:t>
            </a:r>
            <a:r>
              <a:rPr lang="en-US" b="1" dirty="0"/>
              <a:t>Space</a:t>
            </a:r>
            <a:r>
              <a:rPr lang="en-US" dirty="0"/>
              <a:t>, move one sampled frame using </a:t>
            </a:r>
            <a:r>
              <a:rPr lang="en-US" b="1" dirty="0"/>
              <a:t>N</a:t>
            </a:r>
            <a:r>
              <a:rPr lang="en-US" dirty="0"/>
              <a:t>, and quit using </a:t>
            </a:r>
            <a:r>
              <a:rPr lang="en-US" b="1" dirty="0"/>
              <a:t>Q or Esc</a:t>
            </a:r>
            <a:r>
              <a:rPr lang="en-US" dirty="0"/>
              <a:t>. </a:t>
            </a:r>
          </a:p>
        </p:txBody>
      </p:sp>
    </p:spTree>
    <p:extLst>
      <p:ext uri="{BB962C8B-B14F-4D97-AF65-F5344CB8AC3E}">
        <p14:creationId xmlns:p14="http://schemas.microsoft.com/office/powerpoint/2010/main" val="1219497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3DFFAD09-B5CD-E338-EF96-9FDB52299903}"/>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dirty="0">
                <a:solidFill>
                  <a:srgbClr val="FFFFFF"/>
                </a:solidFill>
                <a:latin typeface="+mj-lt"/>
                <a:ea typeface="+mj-ea"/>
                <a:cs typeface="+mj-cs"/>
              </a:rPr>
              <a:t>Full Pipeline</a:t>
            </a:r>
            <a:br>
              <a:rPr lang="en-US" sz="4000" kern="1200" dirty="0">
                <a:solidFill>
                  <a:srgbClr val="FFFFFF"/>
                </a:solidFill>
                <a:latin typeface="+mj-lt"/>
                <a:ea typeface="+mj-ea"/>
                <a:cs typeface="+mj-cs"/>
              </a:rPr>
            </a:br>
            <a:endParaRPr lang="en-US" sz="4000" kern="1200" dirty="0">
              <a:solidFill>
                <a:srgbClr val="FFFFFF"/>
              </a:solidFill>
              <a:latin typeface="+mj-lt"/>
              <a:ea typeface="+mj-ea"/>
              <a:cs typeface="+mj-cs"/>
            </a:endParaRPr>
          </a:p>
        </p:txBody>
      </p:sp>
      <p:pic>
        <p:nvPicPr>
          <p:cNvPr id="5" name="Content Placeholder 4">
            <a:extLst>
              <a:ext uri="{FF2B5EF4-FFF2-40B4-BE49-F238E27FC236}">
                <a16:creationId xmlns:a16="http://schemas.microsoft.com/office/drawing/2014/main" id="{BFA7D2F5-2FA2-A245-9158-2A2ED44E893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86791" y="467208"/>
            <a:ext cx="5657022" cy="5923584"/>
          </a:xfrm>
          <a:prstGeom prst="rect">
            <a:avLst/>
          </a:prstGeom>
        </p:spPr>
      </p:pic>
    </p:spTree>
    <p:extLst>
      <p:ext uri="{BB962C8B-B14F-4D97-AF65-F5344CB8AC3E}">
        <p14:creationId xmlns:p14="http://schemas.microsoft.com/office/powerpoint/2010/main" val="33370040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622</Words>
  <Application>Microsoft Office PowerPoint</Application>
  <PresentationFormat>Widescreen</PresentationFormat>
  <Paragraphs>12</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Script Code Explanation</vt:lpstr>
      <vt:lpstr>01_convert_annotations.py </vt:lpstr>
      <vt:lpstr>2. 02_extract_features.py </vt:lpstr>
      <vt:lpstr>3. 03_train_classifier.py </vt:lpstr>
      <vt:lpstr>4. 04_evaluate.py </vt:lpstr>
      <vt:lpstr>5. 05_visualize_detections.py </vt:lpstr>
      <vt:lpstr>Full Pipeline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Ashutosh Mishra</dc:creator>
  <cp:lastModifiedBy>Ashutosh Mishra</cp:lastModifiedBy>
  <cp:revision>1</cp:revision>
  <dcterms:created xsi:type="dcterms:W3CDTF">2026-09-06T15:12:20Z</dcterms:created>
  <dcterms:modified xsi:type="dcterms:W3CDTF">2026-09-06T15:25:33Z</dcterms:modified>
</cp:coreProperties>
</file>